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2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98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93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589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339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7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71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8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01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39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3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8DF208A-1B66-4365-9A3A-03FA256FB64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CE267BF-455C-4799-908E-02A8D0FF0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274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A5B877B-EB68-DAF4-5FC1-FBEFB6E1E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457" y="216308"/>
            <a:ext cx="6912077" cy="660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366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AD4B6F4-D917-7977-7B96-EFB92CAF19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08C7C-B0ED-605D-0646-034E3E8C4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47" y="0"/>
            <a:ext cx="3086100" cy="6489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393AB3-924C-D095-B7BA-41E48011F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061" y="31954"/>
            <a:ext cx="3086100" cy="64892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F76B3B-503C-F980-1E6B-D2E3B55F82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875" y="14746"/>
            <a:ext cx="3086100" cy="648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23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2C9160-622C-6925-062C-CC67E6AFD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610" y="776747"/>
            <a:ext cx="8185356" cy="545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9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1C7AC3F-3AC4-3A6B-F99B-FBBCD3B39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3530"/>
            <a:ext cx="5368269" cy="527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129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Kode</dc:creator>
  <cp:lastModifiedBy>Pranav Kode</cp:lastModifiedBy>
  <cp:revision>2</cp:revision>
  <dcterms:created xsi:type="dcterms:W3CDTF">2026-03-03T12:41:01Z</dcterms:created>
  <dcterms:modified xsi:type="dcterms:W3CDTF">2026-03-03T16:03:28Z</dcterms:modified>
</cp:coreProperties>
</file>